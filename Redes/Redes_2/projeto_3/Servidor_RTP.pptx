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411480" cy="5143500"/>
          </a:xfrm>
          <a:prstGeom prst="rect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0"/>
            <a:ext cx="411480" cy="5143500"/>
          </a:xfrm>
          <a:prstGeom prst="rect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0"/>
            <a:ext cx="411480" cy="5143500"/>
          </a:xfrm>
          <a:prstGeom prst="rect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0"/>
            <a:ext cx="411480" cy="5143500"/>
          </a:xfrm>
          <a:prstGeom prst="rect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0" y="0"/>
            <a:ext cx="411480" cy="5143500"/>
          </a:xfrm>
          <a:prstGeom prst="rect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0" y="0"/>
            <a:ext cx="411480" cy="5143500"/>
          </a:xfrm>
          <a:prstGeom prst="rect">
            <a:avLst/>
          </a:prstGeom>
          <a:solidFill>
            <a:srgbClr val="1B4F8A">
              <a:alpha val="15000"/>
            </a:srgbClr>
          </a:solidFill>
          <a:ln w="12700">
            <a:solidFill>
              <a:srgbClr val="1B4F8A">
                <a:alpha val="1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972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RTP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57200" y="21945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 de Vídeo em Tempo Real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4114800" cy="36576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· RTP · SRTP · QoS · Jitter Buffer · SDP/RTSP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usar TCP?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3840480" cy="41148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Garante entrega na ordem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Nenhum pacote é perdido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Se perde 1 pacote → para tudo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Reenvia o pacote perdido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✖ Quando chega, o momento já passou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83480" y="1005840"/>
            <a:ext cx="38404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005840"/>
            <a:ext cx="3840480" cy="4114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0058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166360" y="1508760"/>
            <a:ext cx="3474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Mais rápido — não espera ninguém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Ideal para tempo real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Perdeu um frame?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em frente.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51960" y="2377440"/>
            <a:ext cx="640080" cy="45720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RTP?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 é cru — manda um pacote sem identificação. O RTP envolve cada frame num envelope padronizado.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63040"/>
            <a:ext cx="274320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600200"/>
            <a:ext cx="822960" cy="822960"/>
          </a:xfrm>
          <a:prstGeom prst="ellipse">
            <a:avLst/>
          </a:prstGeom>
          <a:solidFill>
            <a:srgbClr val="1565C0">
              <a:alpha val="15000"/>
            </a:srgbClr>
          </a:solidFill>
          <a:ln w="12700">
            <a:solidFill>
              <a:srgbClr val="1565C0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#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Number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3063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 os pacotes em ordem. Permite detectar perdas e reordenar frames.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4630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463040"/>
            <a:ext cx="274320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60520" y="1600200"/>
            <a:ext cx="822960" cy="822960"/>
          </a:xfrm>
          <a:prstGeom prst="ellipse">
            <a:avLst/>
          </a:prstGeom>
          <a:solidFill>
            <a:srgbClr val="6A1B9A">
              <a:alpha val="15000"/>
            </a:srgbClr>
          </a:solidFill>
          <a:ln w="12700">
            <a:solidFill>
              <a:srgbClr val="6A1B9A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6052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20040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337560" y="3063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em que momento da cena aquele frame corresponde. Base do sincronismo.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1463040"/>
            <a:ext cx="274320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63040"/>
            <a:ext cx="274320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1600200"/>
            <a:ext cx="822960" cy="822960"/>
          </a:xfrm>
          <a:prstGeom prst="ellipse">
            <a:avLst/>
          </a:prstGeom>
          <a:solidFill>
            <a:srgbClr val="00695C">
              <a:alpha val="15000"/>
            </a:srgbClr>
          </a:solidFill>
          <a:ln w="12700">
            <a:solidFill>
              <a:srgbClr val="00695C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86600" y="16002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126480" y="25146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SSRC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3063240"/>
            <a:ext cx="2468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Synchronization Source — ID único que identifica quem está transmitindo.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UDP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frame de vídeo é grande demais para um único pacote. Limite da rede: ~1400 bytes (MTU).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560320" cy="1371600"/>
          </a:xfrm>
          <a:prstGeom prst="rect">
            <a:avLst/>
          </a:prstGeom>
          <a:solidFill>
            <a:srgbClr val="1B4F8A">
              <a:alpha val="85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1732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de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063240" y="1874520"/>
            <a:ext cx="640080" cy="45720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1417320"/>
            <a:ext cx="1417320" cy="1371600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141732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0" y="1417320"/>
            <a:ext cx="1417320" cy="1371600"/>
          </a:xfrm>
          <a:prstGeom prst="rect">
            <a:avLst/>
          </a:prstGeom>
          <a:solidFill>
            <a:srgbClr val="1B4F8A">
              <a:alpha val="70000"/>
            </a:srgbClr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141732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1417320"/>
            <a:ext cx="1417320" cy="13716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417320"/>
            <a:ext cx="1417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(Marker=1)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29718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chunk recebe seu próprio cabeçalho RTP com número de sequência e timestamp.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8412480" cy="822960"/>
          </a:xfrm>
          <a:prstGeom prst="rect">
            <a:avLst/>
          </a:prstGeom>
          <a:solidFill>
            <a:srgbClr val="00897B">
              <a:alpha val="12000"/>
            </a:srgbClr>
          </a:solidFill>
          <a:ln w="12700">
            <a:solidFill>
              <a:srgbClr val="00897B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🏳  Flag Marker = 1  →  último pedaço do frame — o receptor pode montar e exibir.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— SRTP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45720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vídeo trafega pela internet aberta. Sem proteção, qualquer pessoa no caminho pode interceptar.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737360"/>
            <a:ext cx="1737360" cy="1554480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🎬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65760" y="2468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2286000"/>
            <a:ext cx="411480" cy="32004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737360"/>
            <a:ext cx="1737360" cy="1554480"/>
          </a:xfrm>
          <a:prstGeom prst="rect">
            <a:avLst/>
          </a:prstGeom>
          <a:solidFill>
            <a:srgbClr val="6A1B9A">
              <a:alpha val="45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4600" y="2468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25112" y="2286000"/>
            <a:ext cx="411480" cy="32004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737360"/>
            <a:ext cx="1737360" cy="1554480"/>
          </a:xfrm>
          <a:prstGeom prst="rect">
            <a:avLst/>
          </a:prstGeom>
          <a:solidFill>
            <a:srgbClr val="00897B">
              <a:alpha val="4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663440" y="2468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73952" y="2286000"/>
            <a:ext cx="411480" cy="32004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12280" y="1737360"/>
            <a:ext cx="1737360" cy="1554480"/>
          </a:xfrm>
          <a:prstGeom prst="rect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17830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12280" y="246888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interceptar o pacote vê apenas bytes aleatórios — sem a chave, nada é legível.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6A1B9A">
              <a:alpha val="20000"/>
            </a:srgbClr>
          </a:solidFill>
          <a:ln w="12700">
            <a:solidFill>
              <a:srgbClr val="6A1B9A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9776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mecanismo é usado internamente pela Netflix nos seus streams.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— Quality of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Numa rede congestionada, frames de vídeo ao vivo competem com downloads, e-mails e qualquer outro tráfego.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1097280"/>
          </a:xfrm>
          <a:prstGeom prst="rect">
            <a:avLst/>
          </a:prstGeom>
          <a:solidFill>
            <a:srgbClr val="ECEFF1"/>
          </a:solidFill>
          <a:ln w="12700">
            <a:solidFill>
              <a:srgbClr val="B0BEC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4630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Tráfego comum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· E-mails · HTTP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651760"/>
            <a:ext cx="4114800" cy="1097280"/>
          </a:xfrm>
          <a:prstGeom prst="rect">
            <a:avLst/>
          </a:prstGeom>
          <a:solidFill>
            <a:srgbClr val="E3F2F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em Tempo Real — DSCP EF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2971800"/>
            <a:ext cx="4114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Fila prioritária nos roteadores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148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5544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201168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Cada pacote recebe uma etiqueta DSCP EF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Roteadores reconhecem e priorizam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Pacote vai para fila separada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Sai na frente do tráfego comum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5760" y="4023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faixa exclusiva de ônibus numa avenida congestionada.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Buffer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internet não garante que os pacotes chegam na ordem que foram enviados — rotas diferentes, tempos diferentes.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Chegam fora de ordem: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810512"/>
            <a:ext cx="822960" cy="731520"/>
          </a:xfrm>
          <a:prstGeom prst="rect">
            <a:avLst/>
          </a:prstGeom>
          <a:solidFill>
            <a:srgbClr val="1565C0">
              <a:alpha val="70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81051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25880" y="1810512"/>
            <a:ext cx="822960" cy="731520"/>
          </a:xfrm>
          <a:prstGeom prst="rect">
            <a:avLst/>
          </a:prstGeom>
          <a:solidFill>
            <a:srgbClr val="00897B">
              <a:alpha val="70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25880" y="181051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810512"/>
            <a:ext cx="822960" cy="731520"/>
          </a:xfrm>
          <a:prstGeom prst="rect">
            <a:avLst/>
          </a:prstGeom>
          <a:solidFill>
            <a:srgbClr val="E65100">
              <a:alpha val="70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181051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810512"/>
            <a:ext cx="822960" cy="731520"/>
          </a:xfrm>
          <a:prstGeom prst="rect">
            <a:avLst/>
          </a:prstGeom>
          <a:solidFill>
            <a:srgbClr val="6A1B9A">
              <a:alpha val="70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1810512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4114800" cy="1371600"/>
          </a:xfrm>
          <a:prstGeom prst="rect">
            <a:avLst/>
          </a:prstGeom>
          <a:solidFill>
            <a:srgbClr val="E3F2FD"/>
          </a:solidFill>
          <a:ln w="254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88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Buffer — 100ms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2004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 pelo número de sequência,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entrega ao reprodutor.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291840"/>
            <a:ext cx="640080" cy="411480"/>
          </a:xfrm>
          <a:prstGeom prst="rightArrow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788920"/>
            <a:ext cx="3291840" cy="1371600"/>
          </a:xfrm>
          <a:prstGeom prst="rect">
            <a:avLst/>
          </a:prstGeom>
          <a:solidFill>
            <a:srgbClr val="E8F5E9"/>
          </a:solidFill>
          <a:ln w="25400">
            <a:solidFill>
              <a:srgbClr val="008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 fluido ✔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20040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 1 → Seq 2 → Seq 3 → Seq 4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 + RTSP — Negociação de Sessão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vídeo fluir, servidor e cliente precisam se combinar. É o 'telefonema antes da conferência'.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4114800" cy="411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 — Session Description Protocol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texto com: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3840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Porta de comunicação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Codec de vídeo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Clock rate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Chave de criptografia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Trocado antes da sessão iniciar.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11480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463040"/>
            <a:ext cx="4114800" cy="411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630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RTSP — Protocolo de Controle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9659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Transporta o SDP.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como o canal de sinalização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estabelecer e controlar a sessão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74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streaming — o 'canal de combinação'.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38404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Análogo: 'você passa o link, a senha,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que todos estão prontos.'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Stack Completa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isso junto é a base do YouTube Live, Twitch e videochamadas modernas.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06040" cy="1417320"/>
          </a:xfrm>
          <a:prstGeom prst="rect">
            <a:avLst/>
          </a:prstGeom>
          <a:solidFill>
            <a:srgbClr val="1565C0">
              <a:alpha val="45000"/>
            </a:srgbClr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2606040" cy="7315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UDP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 rápido, sem espera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606040" cy="1417320"/>
          </a:xfrm>
          <a:prstGeom prst="rect">
            <a:avLst/>
          </a:prstGeom>
          <a:solidFill>
            <a:srgbClr val="0277BD">
              <a:alpha val="45000"/>
            </a:srgbClr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91840" y="1463040"/>
            <a:ext cx="2606040" cy="73152"/>
          </a:xfrm>
          <a:prstGeom prst="rect">
            <a:avLst/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9184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· Timestamp · SSRC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06040" cy="1417320"/>
          </a:xfrm>
          <a:prstGeom prst="rect">
            <a:avLst/>
          </a:prstGeom>
          <a:solidFill>
            <a:srgbClr val="6A1B9A">
              <a:alpha val="45000"/>
            </a:srgbClr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463040"/>
            <a:ext cx="2606040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0" y="160020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SRTP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26480" y="210312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Criptografia AES-128 CTR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2606040" cy="1417320"/>
          </a:xfrm>
          <a:prstGeom prst="rect">
            <a:avLst/>
          </a:prstGeom>
          <a:solidFill>
            <a:srgbClr val="E65100">
              <a:alpha val="45000"/>
            </a:srgbClr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108960"/>
            <a:ext cx="2606040" cy="7315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DSCP Expedited Forwarding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91840" y="3108960"/>
            <a:ext cx="2606040" cy="1417320"/>
          </a:xfrm>
          <a:prstGeom prst="rect">
            <a:avLst/>
          </a:prstGeom>
          <a:solidFill>
            <a:srgbClr val="00695C">
              <a:alpha val="45000"/>
            </a:srgbClr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91840" y="3108960"/>
            <a:ext cx="2606040" cy="73152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Jitter Buffer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291840" y="3749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Reordenação em 100ms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126480" y="3108960"/>
            <a:ext cx="2606040" cy="1417320"/>
          </a:xfrm>
          <a:prstGeom prst="rect">
            <a:avLst/>
          </a:prstGeom>
          <a:solidFill>
            <a:srgbClr val="37474F">
              <a:alpha val="45000"/>
            </a:srgbClr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3108960"/>
            <a:ext cx="2606040" cy="73152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324612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SDP / RTSP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126480" y="3749040"/>
            <a:ext cx="2606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Negociação de sessão antes do stream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Servidor RTP — Streaming de Vídeo em Tempo Real</dc:title>
  <dc:subject>PptxGenJS Presentation</dc:subject>
  <dc:creator>PptxGenJS</dc:creator>
  <cp:lastModifiedBy>PptxGenJS</cp:lastModifiedBy>
  <cp:revision>1</cp:revision>
  <dcterms:created xsi:type="dcterms:W3CDTF">2026-06-02T13:00:20Z</dcterms:created>
  <dcterms:modified xsi:type="dcterms:W3CDTF">2026-06-02T13:00:20Z</dcterms:modified>
</cp:coreProperties>
</file>